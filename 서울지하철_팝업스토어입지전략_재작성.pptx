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서울 지하철 유동인구 기반</a:t>
            </a:r>
          </a:p>
          <a:p>
            <a:r>
              <a:t>주거·업무 지역 분류 및 팝업스토어 입지 전략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출근 시간대 승하차 데이터를 활용한 지역 분류 모델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분석 배경</a:t>
            </a:r>
          </a:p>
          <a:p>
            <a:r>
              <a:t>2. 분석 방법론</a:t>
            </a:r>
          </a:p>
          <a:p>
            <a:r>
              <a:t>3. 통계적 가설 검정</a:t>
            </a:r>
          </a:p>
          <a:p>
            <a:r>
              <a:t>4. 클러스터별 전략</a:t>
            </a:r>
          </a:p>
          <a:p>
            <a:r>
              <a:t>5. 결론 및 제언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주거·업무 지역 특성을 반영한 팝업스토어 최적 입지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방법론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지역특성지표 X = (승차-하차)/(승차+하차)</a:t>
            </a:r>
          </a:p>
          <a:p>
            <a:r>
              <a:t>주거/오피스/복합 지역 분류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통계적 가설 검정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Kruskal-Wallis H Test</a:t>
            </a:r>
          </a:p>
          <a:p>
            <a:r>
              <a:t>유의미한 지역 간 차이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기술통계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주거 타운 / 오피스 타운 / 복합 지역 비교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오피스 타운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평일 점심·퇴근시간 집중 운영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주거 타운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주말 및 평일 야간 집중 운영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복합 지역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주중·주말 상시 운영 및 바이럴 마케팅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공간 목적성 × 시간 방향성 매칭으로 ROI 극대화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