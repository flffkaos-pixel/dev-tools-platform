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지하철 승하차 패턴 분석을 통한</a:t>
            </a:r>
          </a:p>
          <a:p>
            <a:r>
              <a:t>서울시 상권 유형 분류 및</a:t>
            </a:r>
          </a:p>
          <a:p>
            <a:r>
              <a:t>팝업스토어 입지 최적화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인구수가 아닌 '기능적 성격'으로 보는 입지 전략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주장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팝업스토어의 성공은 '인구수'가 아니라</a:t>
            </a:r>
          </a:p>
          <a:p>
            <a:r>
              <a:t>'우리 브랜드와 타겟이 일치하는 시간대·공간'에 달려 있다.</a:t>
            </a:r>
          </a:p>
          <a:p>
            <a:r>
              <a:t>유동인구가 많은 곳이 아니라, 출퇴근 비대칭 지수로 도출된 '지역 기능적 성격'을 기반으로 입지 선정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상권 유형 분류 (3가지)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주거타운 (승차 우세) - 사당, 신림, 노원 등</a:t>
            </a:r>
          </a:p>
          <a:p>
            <a:r>
              <a:t>• 복합타운 (균형) - 홍대, 건대, 잠실 등</a:t>
            </a:r>
          </a:p>
          <a:p>
            <a:r>
              <a:t>• 오피스타운 (하차 우세) - 강남, 서울역, 선릉 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유형별 팝업스토어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오피스타운: 점심/퇴근 편의성 중심</a:t>
            </a:r>
          </a:p>
          <a:p>
            <a:r>
              <a:t>주거타운: 저녁/주말 체험 중심</a:t>
            </a:r>
          </a:p>
          <a:p>
            <a:r>
              <a:t>복합타운: 상시 하이브리드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